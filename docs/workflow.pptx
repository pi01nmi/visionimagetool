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FE8B5-EF84-4F69-3F65-FE5BED041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0CB52-ADB0-F837-7F12-1612B0D73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8DB24-61C8-C23E-C1C6-B3E4897F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E34E-7B29-4312-9760-0759326CFFF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D4790-2E3F-8BD9-7FC1-5241B06B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280FD-043B-8776-343E-2403501EC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786F-4064-4BDA-AB1E-372926E47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39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32967-426B-7770-560D-07EC7602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373D1-C403-2384-EF1B-48711DD22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CACB5-5A6D-0C4D-C297-60410EDC5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E34E-7B29-4312-9760-0759326CFFF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25E91-86F0-B122-1FFA-431010CE3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B387E-1923-8D29-BBBA-FA9BC9289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786F-4064-4BDA-AB1E-372926E47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00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D4E95-93E3-644A-F4F6-CCD3E1B7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60E94-3F4B-2381-8183-0373FE823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3B673-8EB0-A1AA-11D1-0483B16A3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E34E-7B29-4312-9760-0759326CFFF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CB920-D179-4403-68B6-A422B8EE4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F5DDB-CC9C-D806-F3DF-29AB3571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786F-4064-4BDA-AB1E-372926E47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5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764A8-A9EF-FC94-FB3E-ADF1E444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F1B1D-7D1D-C8BA-311E-BE106964B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1E4E6-06FE-7B0B-A0E9-584FFA1DC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EB5F4-364B-F7A3-DA41-33F528777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E34E-7B29-4312-9760-0759326CFFF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9DFCB-4E8B-BBB1-83B4-0898FEBA5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1ADE2-A956-68FF-5C68-A5621BAEF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786F-4064-4BDA-AB1E-372926E47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8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6A7E-D454-C985-2C03-F20B257B9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4A7E1-9E74-E194-5DCB-04662D3FB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97D43-A872-5DD4-B213-2EBF2EA33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BBA9B-2B67-974B-2142-EDF0C56EF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D6740-2BDD-64FD-B867-DDDAFFEC17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4EBC6F-3499-B711-EBB3-446A32574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E34E-7B29-4312-9760-0759326CFFF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F3A6D6-4E68-B0F3-960C-99973D31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8F3D5-B67F-6641-14E9-ACD3E25A8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786F-4064-4BDA-AB1E-372926E47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04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A5B8E-963C-8089-27D3-6EE9CFC37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29F465-2DBD-D5FA-73D6-B499AE759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E34E-7B29-4312-9760-0759326CFFF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9689D-CBC3-F4D2-3EF4-5A94DEC3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60B64-35EC-78E8-38C3-F80CA5F8D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786F-4064-4BDA-AB1E-372926E47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33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9E5EB-1724-C8FB-C1A6-01228342F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E34E-7B29-4312-9760-0759326CFFF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B094E-EE1F-77CF-5CE3-15B8717DD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4A95D-D69C-2444-2A68-EB38C5122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786F-4064-4BDA-AB1E-372926E47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61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768D-536B-92C0-17CD-2EEF7EDC8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6CC4A-661E-638E-D64A-3B5F168D9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A7E94-0D20-6284-DFD5-524DC1BAD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97783-9F25-8CE7-EEF3-ACD4DE54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E34E-7B29-4312-9760-0759326CFFF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DDABE-9941-1DC4-FD4E-B31DBA1B4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A275C-4EDA-B455-4163-F6776724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786F-4064-4BDA-AB1E-372926E47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49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131F-D5CB-9176-D8B5-5AEFABF47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5A963-3B0B-F915-863C-916F0B14E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DAAB7-6745-F5DB-9E0E-523BFC03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67290-7F03-E66A-8142-5EB9DDEFF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E34E-7B29-4312-9760-0759326CFFF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8ED45-8709-017B-1876-177C5DAFF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30A3F-5BDD-027D-39C4-666D4132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786F-4064-4BDA-AB1E-372926E47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41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8BD5E-45E9-6EDE-6796-761A8389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F1FC0-ED92-83AA-A9CD-B0FB0EBDB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6E88E-C315-EB50-9287-E1DF6619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E34E-7B29-4312-9760-0759326CFFF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307DE-3BB9-15E6-A06C-FF811070B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699CB-9973-856D-E258-309B012F2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786F-4064-4BDA-AB1E-372926E47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47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55B870-50A1-B52A-B4DB-24A9C4455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B3347-123E-A4D4-E19D-4076D5DA7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8243C-4133-F91B-D936-2C47D2285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E34E-7B29-4312-9760-0759326CFFF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E5B64-E8E9-DE17-B5D8-3A682AF8B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AD611-0D8C-0978-B063-E07E906E9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786F-4064-4BDA-AB1E-372926E47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8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716D99-351D-D6E9-193F-CC5E728D0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C61ED-ADA0-42E1-B48B-5A8EA5008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10DD5-40AF-E4DA-A7DC-F15E89232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1E34E-7B29-4312-9760-0759326CFFF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7684A-93E3-71A9-AE9C-C7B3C316C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42B5E-F7EE-76D8-57F5-4AF94C194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0786F-4064-4BDA-AB1E-372926E47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16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1" descr="Microsoft Photos Review | PCMag">
            <a:extLst>
              <a:ext uri="{FF2B5EF4-FFF2-40B4-BE49-F238E27FC236}">
                <a16:creationId xmlns:a16="http://schemas.microsoft.com/office/drawing/2014/main" id="{C60F797E-3046-9832-853A-9662CAB94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630" y="3307556"/>
            <a:ext cx="918725" cy="5167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C270FF4-CBE9-7DDE-BAA0-7D008EAA2467}"/>
              </a:ext>
            </a:extLst>
          </p:cNvPr>
          <p:cNvSpPr/>
          <p:nvPr/>
        </p:nvSpPr>
        <p:spPr>
          <a:xfrm>
            <a:off x="1523137" y="1209675"/>
            <a:ext cx="1647825" cy="8763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F259F2-DB9B-D880-BF52-943437E9569E}"/>
              </a:ext>
            </a:extLst>
          </p:cNvPr>
          <p:cNvSpPr/>
          <p:nvPr/>
        </p:nvSpPr>
        <p:spPr>
          <a:xfrm>
            <a:off x="4153173" y="1209675"/>
            <a:ext cx="1647825" cy="8763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470676-AFAD-933E-F162-901E0BBAE11B}"/>
              </a:ext>
            </a:extLst>
          </p:cNvPr>
          <p:cNvSpPr/>
          <p:nvPr/>
        </p:nvSpPr>
        <p:spPr>
          <a:xfrm>
            <a:off x="7525941" y="1209675"/>
            <a:ext cx="1647825" cy="8763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Image tool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91A62B-9F4C-07E9-03CE-FCB7E864866E}"/>
              </a:ext>
            </a:extLst>
          </p:cNvPr>
          <p:cNvSpPr/>
          <p:nvPr/>
        </p:nvSpPr>
        <p:spPr>
          <a:xfrm>
            <a:off x="9815512" y="1209675"/>
            <a:ext cx="1647825" cy="8763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8BA42D-D132-4D04-2169-4B98964555A8}"/>
              </a:ext>
            </a:extLst>
          </p:cNvPr>
          <p:cNvSpPr/>
          <p:nvPr/>
        </p:nvSpPr>
        <p:spPr>
          <a:xfrm>
            <a:off x="657224" y="3971925"/>
            <a:ext cx="1647825" cy="8763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535D64-1CD0-81A3-85B2-D1B35ECCC08E}"/>
              </a:ext>
            </a:extLst>
          </p:cNvPr>
          <p:cNvSpPr/>
          <p:nvPr/>
        </p:nvSpPr>
        <p:spPr>
          <a:xfrm>
            <a:off x="2946796" y="3971925"/>
            <a:ext cx="1647825" cy="8763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Master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2A6A8A-5B98-730F-1A40-4215DE0A45EC}"/>
              </a:ext>
            </a:extLst>
          </p:cNvPr>
          <p:cNvSpPr/>
          <p:nvPr/>
        </p:nvSpPr>
        <p:spPr>
          <a:xfrm>
            <a:off x="5236368" y="3971925"/>
            <a:ext cx="1647825" cy="8763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Lưu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Output module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4FFE5A-77C0-71DE-8CE5-DCEDCAC59B78}"/>
              </a:ext>
            </a:extLst>
          </p:cNvPr>
          <p:cNvSpPr/>
          <p:nvPr/>
        </p:nvSpPr>
        <p:spPr>
          <a:xfrm>
            <a:off x="7525940" y="3971925"/>
            <a:ext cx="1647825" cy="8763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Image tool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C2DED0-7788-005B-C2A8-6CB0739679C7}"/>
              </a:ext>
            </a:extLst>
          </p:cNvPr>
          <p:cNvSpPr/>
          <p:nvPr/>
        </p:nvSpPr>
        <p:spPr>
          <a:xfrm>
            <a:off x="9815511" y="3971925"/>
            <a:ext cx="1647825" cy="8763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6B84635-8728-9C96-826C-97226FA12574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9173766" y="1647825"/>
            <a:ext cx="6417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8DC9D4C-EC19-4A1D-1BDB-0BA12B6B2D2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2305049" y="4410075"/>
            <a:ext cx="6417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595478C-FDE3-6E3C-56B7-FFF05A5BC536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4594621" y="4410075"/>
            <a:ext cx="6417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5A23497-AE6A-B611-D74B-6323FFFC8660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9173765" y="4410075"/>
            <a:ext cx="6417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A69773BE-4252-0A4C-D687-5EF58A72D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242" y="3086100"/>
            <a:ext cx="764931" cy="6858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FDBB670D-2A90-85A4-613E-024EF2360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920" y="3114567"/>
            <a:ext cx="600159" cy="771633"/>
          </a:xfrm>
          <a:prstGeom prst="rect">
            <a:avLst/>
          </a:prstGeom>
        </p:spPr>
      </p:pic>
      <p:pic>
        <p:nvPicPr>
          <p:cNvPr id="54" name="Picture 53" descr="Basler Ace 2 USB3 a2A3840-45umBAS - IMX334 Area Scan Camera">
            <a:extLst>
              <a:ext uri="{FF2B5EF4-FFF2-40B4-BE49-F238E27FC236}">
                <a16:creationId xmlns:a16="http://schemas.microsoft.com/office/drawing/2014/main" id="{8F817505-213A-8F03-C2DF-956D36CA0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496" y="3176586"/>
            <a:ext cx="918973" cy="685801"/>
          </a:xfrm>
          <a:prstGeom prst="rect">
            <a:avLst/>
          </a:prstGeom>
        </p:spPr>
      </p:pic>
      <p:pic>
        <p:nvPicPr>
          <p:cNvPr id="57" name="Picture 56" descr="Microsoft Excel Icon Vector and PNG | Microsoft icons, Word 2016, Excel  tutorials">
            <a:extLst>
              <a:ext uri="{FF2B5EF4-FFF2-40B4-BE49-F238E27FC236}">
                <a16:creationId xmlns:a16="http://schemas.microsoft.com/office/drawing/2014/main" id="{F90A0730-F99B-3AF5-46A6-CE690F2217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3625" y="3133671"/>
            <a:ext cx="771633" cy="771633"/>
          </a:xfrm>
          <a:prstGeom prst="rect">
            <a:avLst/>
          </a:prstGeom>
        </p:spPr>
      </p:pic>
      <p:pic>
        <p:nvPicPr>
          <p:cNvPr id="59" name="Picture 58" descr="Microsoft Excel Icon Vector and PNG | Microsoft icons, Word 2016, Excel  tutorials">
            <a:extLst>
              <a:ext uri="{FF2B5EF4-FFF2-40B4-BE49-F238E27FC236}">
                <a16:creationId xmlns:a16="http://schemas.microsoft.com/office/drawing/2014/main" id="{849630BC-0197-6A21-1A7B-B2370087C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3606" y="404731"/>
            <a:ext cx="771633" cy="771633"/>
          </a:xfrm>
          <a:prstGeom prst="rect">
            <a:avLst/>
          </a:prstGeom>
        </p:spPr>
      </p:pic>
      <p:pic>
        <p:nvPicPr>
          <p:cNvPr id="63" name="Picture 62" descr="UnitX | LinkedIn">
            <a:extLst>
              <a:ext uri="{FF2B5EF4-FFF2-40B4-BE49-F238E27FC236}">
                <a16:creationId xmlns:a16="http://schemas.microsoft.com/office/drawing/2014/main" id="{A1A3534B-D9F2-6BC5-27CD-6FBA095C08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208" y="490467"/>
            <a:ext cx="600160" cy="600160"/>
          </a:xfrm>
          <a:prstGeom prst="rect">
            <a:avLst/>
          </a:prstGeom>
        </p:spPr>
      </p:pic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29442852-FD45-360D-2412-559A1206A2D9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5800998" y="1371600"/>
            <a:ext cx="1724942" cy="2762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9E5578F2-86B1-7134-FDAE-89B4E2EDBAA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800998" y="1647825"/>
            <a:ext cx="1724942" cy="2571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D3093BE6-507D-AE98-5B67-273CAA7A1990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6884193" y="4133850"/>
            <a:ext cx="636669" cy="2762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68653B3A-FC80-7788-0031-08D0CB0220BB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6884193" y="4410075"/>
            <a:ext cx="636669" cy="2571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2D8A4C9-44D6-7A2D-FC09-B2F5D399949B}"/>
              </a:ext>
            </a:extLst>
          </p:cNvPr>
          <p:cNvSpPr txBox="1"/>
          <p:nvPr/>
        </p:nvSpPr>
        <p:spPr>
          <a:xfrm>
            <a:off x="6822238" y="1064211"/>
            <a:ext cx="8792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289B188-B046-E6C2-35BE-4DFDB94C002A}"/>
              </a:ext>
            </a:extLst>
          </p:cNvPr>
          <p:cNvSpPr txBox="1"/>
          <p:nvPr/>
        </p:nvSpPr>
        <p:spPr>
          <a:xfrm>
            <a:off x="6822238" y="1876009"/>
            <a:ext cx="8792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DD2A6C-DA68-4702-46BD-0CC6D939340B}"/>
              </a:ext>
            </a:extLst>
          </p:cNvPr>
          <p:cNvSpPr txBox="1"/>
          <p:nvPr/>
        </p:nvSpPr>
        <p:spPr>
          <a:xfrm>
            <a:off x="6961202" y="3831640"/>
            <a:ext cx="8792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4EB5CFA-A537-4C97-7B09-9CB8E5D501A8}"/>
              </a:ext>
            </a:extLst>
          </p:cNvPr>
          <p:cNvSpPr txBox="1"/>
          <p:nvPr/>
        </p:nvSpPr>
        <p:spPr>
          <a:xfrm>
            <a:off x="6961202" y="4643438"/>
            <a:ext cx="8792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endParaRPr lang="en-US" dirty="0"/>
          </a:p>
        </p:txBody>
      </p:sp>
      <p:pic>
        <p:nvPicPr>
          <p:cNvPr id="83" name="Picture 82" descr="OptiX: Phần mềm xác định tầm nhìn máy chiếu sáng cho kiểm tra AI">
            <a:extLst>
              <a:ext uri="{FF2B5EF4-FFF2-40B4-BE49-F238E27FC236}">
                <a16:creationId xmlns:a16="http://schemas.microsoft.com/office/drawing/2014/main" id="{0BD82D02-1394-FCFE-F8B5-CE4F83FFC7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4968" y="121445"/>
            <a:ext cx="1300161" cy="1300161"/>
          </a:xfrm>
          <a:prstGeom prst="rect">
            <a:avLst/>
          </a:prstGeom>
        </p:spPr>
      </p:pic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066EC45-9492-9E9F-7E14-D366D750856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170962" y="1647825"/>
            <a:ext cx="9822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Picture 88">
            <a:extLst>
              <a:ext uri="{FF2B5EF4-FFF2-40B4-BE49-F238E27FC236}">
                <a16:creationId xmlns:a16="http://schemas.microsoft.com/office/drawing/2014/main" id="{5DB42D23-A93E-2908-6C5E-F6115E25E9B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8958" t="23096" r="29028" b="34167"/>
          <a:stretch>
            <a:fillRect/>
          </a:stretch>
        </p:blipFill>
        <p:spPr>
          <a:xfrm>
            <a:off x="8098440" y="3172053"/>
            <a:ext cx="618124" cy="628753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7E65DE4C-8864-B9C9-ADAA-298AA8EDB19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8958" t="23096" r="29028" b="34167"/>
          <a:stretch>
            <a:fillRect/>
          </a:stretch>
        </p:blipFill>
        <p:spPr>
          <a:xfrm>
            <a:off x="8050375" y="461874"/>
            <a:ext cx="618124" cy="628753"/>
          </a:xfrm>
          <a:prstGeom prst="rect">
            <a:avLst/>
          </a:prstGeom>
        </p:spPr>
      </p:pic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EF6EF2F-DDEA-955E-947B-06749B2AEF23}"/>
              </a:ext>
            </a:extLst>
          </p:cNvPr>
          <p:cNvCxnSpPr/>
          <p:nvPr/>
        </p:nvCxnSpPr>
        <p:spPr>
          <a:xfrm flipH="1">
            <a:off x="1343025" y="3172053"/>
            <a:ext cx="311943" cy="6903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005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70E75-6BE5-1641-DBED-80CAEE145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056D0-984B-1022-B968-CA2CDCC48E34}"/>
              </a:ext>
            </a:extLst>
          </p:cNvPr>
          <p:cNvSpPr/>
          <p:nvPr/>
        </p:nvSpPr>
        <p:spPr>
          <a:xfrm>
            <a:off x="657225" y="1062734"/>
            <a:ext cx="1387107" cy="737652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41ADEF-CD23-A8D4-308C-21CA578B1807}"/>
              </a:ext>
            </a:extLst>
          </p:cNvPr>
          <p:cNvSpPr/>
          <p:nvPr/>
        </p:nvSpPr>
        <p:spPr>
          <a:xfrm>
            <a:off x="6305183" y="1062734"/>
            <a:ext cx="1387107" cy="737652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27CFF6-97BD-4041-D7AA-31B8C1116932}"/>
              </a:ext>
            </a:extLst>
          </p:cNvPr>
          <p:cNvSpPr/>
          <p:nvPr/>
        </p:nvSpPr>
        <p:spPr>
          <a:xfrm>
            <a:off x="8464158" y="1062776"/>
            <a:ext cx="1387107" cy="737652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Image tool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536C65-43B2-B4E9-CD38-25E7860998FE}"/>
              </a:ext>
            </a:extLst>
          </p:cNvPr>
          <p:cNvSpPr/>
          <p:nvPr/>
        </p:nvSpPr>
        <p:spPr>
          <a:xfrm>
            <a:off x="10391474" y="1062776"/>
            <a:ext cx="1387107" cy="737652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B45C3F4-50F7-4283-2C1C-24451ACBAB14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9851265" y="1431602"/>
            <a:ext cx="5402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 descr="Basler Ace 2 USB3 a2A3840-45umBAS - IMX334 Area Scan Camera">
            <a:extLst>
              <a:ext uri="{FF2B5EF4-FFF2-40B4-BE49-F238E27FC236}">
                <a16:creationId xmlns:a16="http://schemas.microsoft.com/office/drawing/2014/main" id="{FC6600E5-9AD2-BA77-AAE6-9F5B7AE0F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32" y="401228"/>
            <a:ext cx="827293" cy="617383"/>
          </a:xfrm>
          <a:prstGeom prst="rect">
            <a:avLst/>
          </a:prstGeom>
        </p:spPr>
      </p:pic>
      <p:pic>
        <p:nvPicPr>
          <p:cNvPr id="59" name="Picture 58" descr="Microsoft Excel Icon Vector and PNG | Microsoft icons, Word 2016, Excel  tutorials">
            <a:extLst>
              <a:ext uri="{FF2B5EF4-FFF2-40B4-BE49-F238E27FC236}">
                <a16:creationId xmlns:a16="http://schemas.microsoft.com/office/drawing/2014/main" id="{4AF5DF43-674B-1884-3FFA-5885EA864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253" y="385190"/>
            <a:ext cx="649546" cy="649546"/>
          </a:xfrm>
          <a:prstGeom prst="rect">
            <a:avLst/>
          </a:prstGeom>
        </p:spPr>
      </p:pic>
      <p:pic>
        <p:nvPicPr>
          <p:cNvPr id="63" name="Picture 62" descr="UnitX | LinkedIn">
            <a:extLst>
              <a:ext uri="{FF2B5EF4-FFF2-40B4-BE49-F238E27FC236}">
                <a16:creationId xmlns:a16="http://schemas.microsoft.com/office/drawing/2014/main" id="{7CD5E5D0-AEBB-EB71-25C1-BC2B75ECB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793" y="457319"/>
            <a:ext cx="505203" cy="505203"/>
          </a:xfrm>
          <a:prstGeom prst="rect">
            <a:avLst/>
          </a:prstGeom>
        </p:spPr>
      </p:pic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EE7690EB-0AB6-A463-67EE-7CFC93A4DEF5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692290" y="1307956"/>
            <a:ext cx="771868" cy="1236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15229B94-7CF0-767A-C165-2A107C3E7EA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692290" y="1431560"/>
            <a:ext cx="771868" cy="1150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311A835-3E9D-9670-B399-35830EF417E8}"/>
              </a:ext>
            </a:extLst>
          </p:cNvPr>
          <p:cNvSpPr txBox="1"/>
          <p:nvPr/>
        </p:nvSpPr>
        <p:spPr>
          <a:xfrm>
            <a:off x="7871794" y="940327"/>
            <a:ext cx="7401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en-US" sz="1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86B626-B985-1448-6778-537E8D1CC05C}"/>
              </a:ext>
            </a:extLst>
          </p:cNvPr>
          <p:cNvSpPr txBox="1"/>
          <p:nvPr/>
        </p:nvSpPr>
        <p:spPr>
          <a:xfrm>
            <a:off x="7871794" y="1623683"/>
            <a:ext cx="7401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endParaRPr 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E0B88-F8E4-4F4D-BF61-677CB1391BBF}"/>
              </a:ext>
            </a:extLst>
          </p:cNvPr>
          <p:cNvSpPr/>
          <p:nvPr/>
        </p:nvSpPr>
        <p:spPr>
          <a:xfrm>
            <a:off x="2557521" y="1062734"/>
            <a:ext cx="1387107" cy="737652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Lưu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olders symbols and icons in Color Style, PNG, SVG">
            <a:extLst>
              <a:ext uri="{FF2B5EF4-FFF2-40B4-BE49-F238E27FC236}">
                <a16:creationId xmlns:a16="http://schemas.microsoft.com/office/drawing/2014/main" id="{557C8BF8-F734-D279-E169-0502AA965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2382" y="401230"/>
            <a:ext cx="617382" cy="6173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D66236F-6000-C8D3-E84C-B401BD7F1B2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958" t="23096" r="29028" b="34167"/>
          <a:stretch>
            <a:fillRect/>
          </a:stretch>
        </p:blipFill>
        <p:spPr>
          <a:xfrm>
            <a:off x="8877413" y="488682"/>
            <a:ext cx="505203" cy="5138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FD9A53B-C88C-58ED-154B-28421FD173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958" t="23096" r="29028" b="34167"/>
          <a:stretch>
            <a:fillRect/>
          </a:stretch>
        </p:blipFill>
        <p:spPr>
          <a:xfrm>
            <a:off x="4843254" y="454435"/>
            <a:ext cx="505203" cy="5138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228C760-1CA0-7DB8-0183-009E258911A7}"/>
              </a:ext>
            </a:extLst>
          </p:cNvPr>
          <p:cNvSpPr/>
          <p:nvPr/>
        </p:nvSpPr>
        <p:spPr>
          <a:xfrm>
            <a:off x="4385063" y="1062734"/>
            <a:ext cx="1387107" cy="737652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Image Tool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Production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40B9E55-5241-8C13-AC7D-4C6E101E4C7F}"/>
              </a:ext>
            </a:extLst>
          </p:cNvPr>
          <p:cNvCxnSpPr>
            <a:stCxn id="4" idx="3"/>
            <a:endCxn id="3" idx="1"/>
          </p:cNvCxnSpPr>
          <p:nvPr/>
        </p:nvCxnSpPr>
        <p:spPr>
          <a:xfrm>
            <a:off x="2044332" y="1431560"/>
            <a:ext cx="5131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BE77F2E-14B5-8456-B9B1-1DA515CEE483}"/>
              </a:ext>
            </a:extLst>
          </p:cNvPr>
          <p:cNvCxnSpPr>
            <a:cxnSpLocks/>
            <a:stCxn id="3" idx="3"/>
            <a:endCxn id="26" idx="1"/>
          </p:cNvCxnSpPr>
          <p:nvPr/>
        </p:nvCxnSpPr>
        <p:spPr>
          <a:xfrm>
            <a:off x="3944628" y="1431560"/>
            <a:ext cx="4404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8811D7C-DFC5-701B-072A-B6E94C523290}"/>
              </a:ext>
            </a:extLst>
          </p:cNvPr>
          <p:cNvCxnSpPr>
            <a:cxnSpLocks/>
            <a:stCxn id="26" idx="3"/>
            <a:endCxn id="6" idx="1"/>
          </p:cNvCxnSpPr>
          <p:nvPr/>
        </p:nvCxnSpPr>
        <p:spPr>
          <a:xfrm>
            <a:off x="5772170" y="1431560"/>
            <a:ext cx="5330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Microsoft Photos Review | PCMag">
            <a:extLst>
              <a:ext uri="{FF2B5EF4-FFF2-40B4-BE49-F238E27FC236}">
                <a16:creationId xmlns:a16="http://schemas.microsoft.com/office/drawing/2014/main" id="{84EEF75E-FFB1-2CE9-76E8-8AE5246947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9913" y="501828"/>
            <a:ext cx="918725" cy="516783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FCA6E-CC92-4ECD-7DC2-D036C18A3B22}"/>
              </a:ext>
            </a:extLst>
          </p:cNvPr>
          <p:cNvCxnSpPr/>
          <p:nvPr/>
        </p:nvCxnSpPr>
        <p:spPr>
          <a:xfrm flipH="1">
            <a:off x="1340308" y="366325"/>
            <a:ext cx="311943" cy="6903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431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72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Tuấn Anh</dc:creator>
  <cp:lastModifiedBy>Nguyễn Tuấn Anh</cp:lastModifiedBy>
  <cp:revision>1</cp:revision>
  <dcterms:created xsi:type="dcterms:W3CDTF">2026-10-09T12:12:47Z</dcterms:created>
  <dcterms:modified xsi:type="dcterms:W3CDTF">2026-10-09T13:13:17Z</dcterms:modified>
</cp:coreProperties>
</file>